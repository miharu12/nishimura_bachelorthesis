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64EC72-CBB6-4D29-8AEA-D3664FC46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A2D7FE-52F3-4A05-BD3B-94882F51A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74486D-3B7F-4059-A123-3C94FF9B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B0A2E8-46E5-4280-82CD-B875BE29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2F5BF-D825-45E0-BD40-679C97C9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6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96F813-CD3E-4F70-BCEE-09A8B1FA0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187770-EF10-429E-A12F-8D05FCD49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E3D40A-BF11-4BDD-9260-6F023F44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F87394-D1FA-47B9-B07B-E288EC1D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077202-299A-4A02-B14E-1F568741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3628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97E3DE-2DFE-4B26-8D80-0DEC7D60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F349C4-BBFE-4591-97CB-A9ADFBAA6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8E34B6-F974-4545-B70B-BB6FDCD0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E505EA-B279-4A2E-9A9C-1DC6B1212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85410F-B852-47E1-8AFC-AB746EEA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520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49AB79-5174-4111-BDDC-86D0EC20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D7A370-F57D-49AE-87C2-909CB1E87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51AE79-D6D9-4A60-ADE7-A502CAF8D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F8C06D-2EF9-4E55-AA11-9DFE2496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809E84-60A0-41EC-85E4-89D5D439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60AF6F-BB99-4725-96ED-3CC3C587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91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F2E06C-3132-4793-8045-8A25B343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34FA5E-C46D-44CC-A1A4-3EA3CDCE2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C97F4C-30AA-4E88-A700-E4D621071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3E9AF46-6A7C-4091-B8B5-F983C38B9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945F60C-B7D9-474F-92DD-F4F228152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A1F9FF6-2CDB-4EF8-8B4B-1B483155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01BF83F-3484-43D7-BB28-799548B61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CD06333-D6C6-4B57-8494-4654F674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88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F9AC45-D522-4433-97F0-B5DBDCA10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1EE819-FEC4-4586-9081-D7CB3C0D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7E1A3F-ED32-41EC-8206-F98DF102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3AFB8B-15C4-4BA1-A852-227F61DA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927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B36397B-3DCF-4906-A3E5-BE02D715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525376A-A6A3-46CB-AA83-E187DEA9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E2E472-F8D0-4025-944C-C518FEB6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43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7E59E5-FDE3-4FEB-A45B-511F8C07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7328F6-293E-456B-B864-AF2797DA2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4F8B4A-99AD-4840-BFC0-9D6F8541E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D93E1D-1A83-44A9-ADB8-D8FE49C8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12F943-13F6-4E45-A4AC-623ED427D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17FEC0-8073-4197-86BE-CD89433F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17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E07E1-CB38-4358-BDF2-6667ABFF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5B97B5-4D8E-44DD-A963-BD53DE93B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0D663A-1892-4FCC-AC93-737F86239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4A8427-C989-4A21-95AC-132BF0D8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70CD99-6E69-4612-8C49-81E853932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DDDFF1-0D9A-4853-8476-082A1BA0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06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2C5835-9A32-44D8-AB4F-578452F2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64A45E-458D-4E37-ACBC-01E0B00EE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9AC9EA-FB2E-48D1-9242-91347730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4A161F-6E20-41A7-8C2D-5D305F5DD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E6A8BD-824B-4047-870B-B8BB7186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04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46E2A3F-E02B-4B4E-BE4D-8B2A805CD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D49A67-A48B-4C2E-ABF7-FBE5CD1A1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55CAE4-A5B6-46DC-91B3-3268961CC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2C57C4-F2AA-42EA-9B64-7D2522E8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EF80FF-D5A4-4500-BCBE-482F36AF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59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560AC33-387D-47CB-8315-E3BE0950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4ADA68-6943-4B74-8BB3-278C015F1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0BC385-048B-4D02-873A-D4F936CF1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A2ECB-B74C-43A5-9570-A882EC602467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C4F6EB-F6E7-486E-ACCA-4ACBBF1D4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AA22CD-915F-4638-9F7E-592F5F341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EE05F-E807-43B6-9068-15C1FCEFB8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49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3998DA99-C70A-4C24-912A-C20950E4AC8E}"/>
              </a:ext>
            </a:extLst>
          </p:cNvPr>
          <p:cNvSpPr/>
          <p:nvPr/>
        </p:nvSpPr>
        <p:spPr>
          <a:xfrm>
            <a:off x="2871989" y="1957589"/>
            <a:ext cx="579549" cy="5795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2DCDA68-910B-47F9-9AAC-0A43C3F946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133" b="77655" l="5452" r="83644">
                        <a14:foregroundMark x1="21941" y1="21018" x2="21941" y2="21018"/>
                        <a14:foregroundMark x1="23138" y1="20133" x2="23138" y2="20133"/>
                        <a14:foregroundMark x1="23271" y1="20133" x2="23271" y2="20133"/>
                        <a14:foregroundMark x1="23537" y1="20133" x2="23537" y2="20133"/>
                        <a14:foregroundMark x1="23537" y1="20133" x2="23537" y2="20133"/>
                        <a14:foregroundMark x1="23537" y1="20133" x2="28856" y2="21239"/>
                        <a14:foregroundMark x1="29787" y1="23451" x2="34176" y2="28982"/>
                        <a14:foregroundMark x1="35638" y1="30752" x2="38165" y2="35398"/>
                        <a14:foregroundMark x1="40160" y1="37611" x2="40160" y2="37611"/>
                        <a14:foregroundMark x1="29521" y1="23451" x2="34441" y2="27876"/>
                        <a14:foregroundMark x1="7314" y1="40929" x2="7314" y2="40929"/>
                        <a14:foregroundMark x1="5585" y1="43584" x2="5585" y2="43584"/>
                        <a14:foregroundMark x1="10505" y1="33186" x2="10505" y2="33186"/>
                        <a14:foregroundMark x1="83644" y1="57080" x2="83644" y2="57080"/>
                      </a14:backgroundRemoval>
                    </a14:imgEffect>
                  </a14:imgLayer>
                </a14:imgProps>
              </a:ext>
            </a:extLst>
          </a:blip>
          <a:srcRect l="2892" t="12961" r="12008" b="15064"/>
          <a:stretch/>
        </p:blipFill>
        <p:spPr>
          <a:xfrm>
            <a:off x="7825740" y="2408348"/>
            <a:ext cx="3901440" cy="198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9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C 0.00704 -0.01899 0.01667 -0.03704 0.03555 -0.03704 C 0.05704 -0.03704 0.06407 -0.01899 0.07123 3.7037E-6 C 0.08086 0.02106 0.08803 0.04189 0.11185 0.04189 C 0.13321 0.04189 0.14037 0.02106 0.15 3.7037E-6 C 0.15469 -0.01899 0.16433 -0.03704 0.18568 -0.03704 C 0.20456 -0.03704 0.2142 -0.01899 0.22136 3.7037E-6 C 0.22839 0.02106 0.23803 0.04189 0.25951 0.04189 C 0.28086 0.04189 0.29766 3.7037E-6 0.29766 0.00023 C 0.30469 -0.01899 0.31185 -0.03704 0.33321 -0.03704 C 0.35469 -0.03704 0.36172 -0.01899 0.36889 3.7037E-6 C 0.37852 0.02106 0.38568 0.04189 0.40951 0.04189 C 0.43086 0.04189 0.43803 0.02106 0.44519 3.7037E-6 C 0.45482 -0.01899 0.46198 -0.03704 0.48334 -0.03704 C 0.50222 -0.03704 0.51185 -0.01899 0.51902 3.7037E-6 C 0.52605 0.02106 0.53568 0.04189 0.55717 0.04189 C 0.57852 0.04189 0.58568 0.02106 0.59532 3.7037E-6 " pathEditMode="relative" rAng="0" ptsTypes="AAAAAAAAAAAAAAAAA">
                                      <p:cBhvr>
                                        <p:cTn id="6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766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0B6DAF44-FEA8-4A17-AA0D-3002FADDD8AB}"/>
              </a:ext>
            </a:extLst>
          </p:cNvPr>
          <p:cNvGrpSpPr/>
          <p:nvPr/>
        </p:nvGrpSpPr>
        <p:grpSpPr>
          <a:xfrm>
            <a:off x="-987303" y="1891344"/>
            <a:ext cx="15468600" cy="2053988"/>
            <a:chOff x="138113" y="2482187"/>
            <a:chExt cx="15468600" cy="2053988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2D5475CF-FB3A-4361-BA43-13D6C81C2292}"/>
                </a:ext>
              </a:extLst>
            </p:cNvPr>
            <p:cNvGrpSpPr/>
            <p:nvPr/>
          </p:nvGrpSpPr>
          <p:grpSpPr>
            <a:xfrm>
              <a:off x="138113" y="2482187"/>
              <a:ext cx="11601450" cy="2053988"/>
              <a:chOff x="138113" y="2482187"/>
              <a:chExt cx="11601450" cy="2053988"/>
            </a:xfrm>
          </p:grpSpPr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EA644A9C-BF26-4951-A9BB-5E758656CD44}"/>
                  </a:ext>
                </a:extLst>
              </p:cNvPr>
              <p:cNvGrpSpPr/>
              <p:nvPr/>
            </p:nvGrpSpPr>
            <p:grpSpPr>
              <a:xfrm>
                <a:off x="138113" y="2482187"/>
                <a:ext cx="7734300" cy="2053988"/>
                <a:chOff x="4167188" y="2367887"/>
                <a:chExt cx="7734300" cy="2053988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BFCF5B29-65C6-4763-B75F-179355FFC7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7929" t="11493" r="7720" b="13969"/>
                <a:stretch/>
              </p:blipFill>
              <p:spPr>
                <a:xfrm>
                  <a:off x="4167188" y="2367887"/>
                  <a:ext cx="3867150" cy="2053988"/>
                </a:xfrm>
                <a:prstGeom prst="rect">
                  <a:avLst/>
                </a:prstGeom>
              </p:spPr>
            </p:pic>
            <p:pic>
              <p:nvPicPr>
                <p:cNvPr id="9" name="図 8">
                  <a:extLst>
                    <a:ext uri="{FF2B5EF4-FFF2-40B4-BE49-F238E27FC236}">
                      <a16:creationId xmlns:a16="http://schemas.microsoft.com/office/drawing/2014/main" id="{3A3C031C-A08F-4D17-B124-6943CC2394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7929" t="11493" r="7720" b="13969"/>
                <a:stretch/>
              </p:blipFill>
              <p:spPr>
                <a:xfrm>
                  <a:off x="8034338" y="2367887"/>
                  <a:ext cx="3867150" cy="2053988"/>
                </a:xfrm>
                <a:prstGeom prst="rect">
                  <a:avLst/>
                </a:prstGeom>
              </p:spPr>
            </p:pic>
          </p:grp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09428747-D790-4E04-BB54-F51B5C8921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7929" t="11493" r="7720" b="13969"/>
              <a:stretch/>
            </p:blipFill>
            <p:spPr>
              <a:xfrm>
                <a:off x="7872413" y="2482187"/>
                <a:ext cx="3867150" cy="2053988"/>
              </a:xfrm>
              <a:prstGeom prst="rect">
                <a:avLst/>
              </a:prstGeom>
            </p:spPr>
          </p:pic>
        </p:grpSp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045725FC-AE08-4B0A-99AA-9FFDE13F9C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29" t="11493" r="7720" b="13969"/>
            <a:stretch/>
          </p:blipFill>
          <p:spPr>
            <a:xfrm>
              <a:off x="11739563" y="2482187"/>
              <a:ext cx="3867150" cy="20539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0296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9DD296A-E206-4F91-8208-D07A29091E31}"/>
              </a:ext>
            </a:extLst>
          </p:cNvPr>
          <p:cNvGrpSpPr/>
          <p:nvPr/>
        </p:nvGrpSpPr>
        <p:grpSpPr>
          <a:xfrm>
            <a:off x="-8526075" y="1858098"/>
            <a:ext cx="10850252" cy="2755631"/>
            <a:chOff x="-530225" y="1955935"/>
            <a:chExt cx="14515731" cy="2755631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A0C7F6F9-A1BB-46AC-A58C-1742B8E9A72C}"/>
                </a:ext>
              </a:extLst>
            </p:cNvPr>
            <p:cNvGrpSpPr/>
            <p:nvPr/>
          </p:nvGrpSpPr>
          <p:grpSpPr>
            <a:xfrm>
              <a:off x="-530225" y="1955935"/>
              <a:ext cx="11616056" cy="2755631"/>
              <a:chOff x="-530225" y="1955935"/>
              <a:chExt cx="11616056" cy="2755631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933E7CA7-7A27-410F-98D9-154A3F09222E}"/>
                  </a:ext>
                </a:extLst>
              </p:cNvPr>
              <p:cNvGrpSpPr/>
              <p:nvPr/>
            </p:nvGrpSpPr>
            <p:grpSpPr>
              <a:xfrm>
                <a:off x="-530225" y="1955935"/>
                <a:ext cx="7747318" cy="2755631"/>
                <a:chOff x="4146550" y="2032135"/>
                <a:chExt cx="7747318" cy="2755631"/>
              </a:xfrm>
            </p:grpSpPr>
            <p:pic>
              <p:nvPicPr>
                <p:cNvPr id="8" name="図 7">
                  <a:extLst>
                    <a:ext uri="{FF2B5EF4-FFF2-40B4-BE49-F238E27FC236}">
                      <a16:creationId xmlns:a16="http://schemas.microsoft.com/office/drawing/2014/main" id="{02BCB39F-9254-4CE1-A392-0D97266ECD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4602" b="83186" l="7580" r="92021">
                              <a14:foregroundMark x1="11037" y1="57301" x2="11037" y2="57301"/>
                              <a14:foregroundMark x1="7580" y1="50000" x2="7580" y2="50000"/>
                              <a14:foregroundMark x1="88830" y1="41814" x2="88830" y2="41814"/>
                              <a14:foregroundMark x1="92021" y1="49558" x2="92021" y2="49558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7478" t="6448" r="7478" b="7830"/>
                <a:stretch/>
              </p:blipFill>
              <p:spPr>
                <a:xfrm>
                  <a:off x="4146550" y="2228851"/>
                  <a:ext cx="3898900" cy="2362200"/>
                </a:xfrm>
                <a:prstGeom prst="rect">
                  <a:avLst/>
                </a:prstGeom>
              </p:spPr>
            </p:pic>
            <p:pic>
              <p:nvPicPr>
                <p:cNvPr id="10" name="図 9">
                  <a:extLst>
                    <a:ext uri="{FF2B5EF4-FFF2-40B4-BE49-F238E27FC236}">
                      <a16:creationId xmlns:a16="http://schemas.microsoft.com/office/drawing/2014/main" id="{B44CCB32-718C-4F80-8A68-D8D5121C72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956" b="89602" l="8777" r="90426">
                              <a14:foregroundMark x1="8777" y1="52434" x2="8777" y2="52434"/>
                              <a14:foregroundMark x1="90426" y1="46681" x2="90426" y2="46681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7783" r="7617"/>
                <a:stretch/>
              </p:blipFill>
              <p:spPr>
                <a:xfrm>
                  <a:off x="8015288" y="2032135"/>
                  <a:ext cx="3878580" cy="2755631"/>
                </a:xfrm>
                <a:prstGeom prst="rect">
                  <a:avLst/>
                </a:prstGeom>
              </p:spPr>
            </p:pic>
          </p:grpSp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F6EB6F82-ED74-41E6-8C76-A16F009B15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4602" b="83186" l="7580" r="92021">
                            <a14:foregroundMark x1="11037" y1="57301" x2="11037" y2="57301"/>
                            <a14:foregroundMark x1="7580" y1="50000" x2="7580" y2="50000"/>
                            <a14:foregroundMark x1="88830" y1="41814" x2="88830" y2="41814"/>
                            <a14:foregroundMark x1="92021" y1="49558" x2="92021" y2="49558"/>
                          </a14:backgroundRemoval>
                        </a14:imgEffect>
                      </a14:imgLayer>
                    </a14:imgProps>
                  </a:ext>
                </a:extLst>
              </a:blip>
              <a:srcRect l="7478" t="6448" r="7478" b="7830"/>
              <a:stretch/>
            </p:blipFill>
            <p:spPr>
              <a:xfrm>
                <a:off x="7186931" y="2126458"/>
                <a:ext cx="3898900" cy="2362200"/>
              </a:xfrm>
              <a:prstGeom prst="rect">
                <a:avLst/>
              </a:prstGeom>
            </p:spPr>
          </p:pic>
        </p:grpSp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990F808F-02C6-4D71-84FB-BFD64FDF94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4602" b="83186" l="7580" r="92021">
                          <a14:foregroundMark x1="11037" y1="57301" x2="11037" y2="57301"/>
                          <a14:foregroundMark x1="7580" y1="50000" x2="7580" y2="50000"/>
                          <a14:foregroundMark x1="88830" y1="41814" x2="88830" y2="41814"/>
                          <a14:foregroundMark x1="92021" y1="49558" x2="92021" y2="49558"/>
                        </a14:backgroundRemoval>
                      </a14:imgEffect>
                    </a14:imgLayer>
                  </a14:imgProps>
                </a:ext>
              </a:extLst>
            </a:blip>
            <a:srcRect l="7478" t="6448" r="28221" b="7830"/>
            <a:stretch/>
          </p:blipFill>
          <p:spPr>
            <a:xfrm>
              <a:off x="11037573" y="2105027"/>
              <a:ext cx="2947933" cy="2362200"/>
            </a:xfrm>
            <a:prstGeom prst="rect">
              <a:avLst/>
            </a:prstGeom>
          </p:spPr>
        </p:pic>
      </p:grpSp>
      <p:sp>
        <p:nvSpPr>
          <p:cNvPr id="21" name="楕円 20">
            <a:extLst>
              <a:ext uri="{FF2B5EF4-FFF2-40B4-BE49-F238E27FC236}">
                <a16:creationId xmlns:a16="http://schemas.microsoft.com/office/drawing/2014/main" id="{79DA294D-D2A9-4974-A850-B1AD66BF7AD7}"/>
              </a:ext>
            </a:extLst>
          </p:cNvPr>
          <p:cNvSpPr/>
          <p:nvPr/>
        </p:nvSpPr>
        <p:spPr>
          <a:xfrm>
            <a:off x="2033892" y="2227039"/>
            <a:ext cx="290285" cy="2902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05EE80A9-30FB-4B72-826B-1A0B7C4FD74D}"/>
              </a:ext>
            </a:extLst>
          </p:cNvPr>
          <p:cNvCxnSpPr/>
          <p:nvPr/>
        </p:nvCxnSpPr>
        <p:spPr>
          <a:xfrm>
            <a:off x="2946400" y="2517324"/>
            <a:ext cx="0" cy="1445076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77E5EA5-DCFC-4D76-9AD3-D84977741690}"/>
              </a:ext>
            </a:extLst>
          </p:cNvPr>
          <p:cNvSpPr txBox="1"/>
          <p:nvPr/>
        </p:nvSpPr>
        <p:spPr>
          <a:xfrm>
            <a:off x="3033345" y="281895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上下のアニメーション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60D13811-21BF-45F2-B337-1870338E9452}"/>
              </a:ext>
            </a:extLst>
          </p:cNvPr>
          <p:cNvCxnSpPr/>
          <p:nvPr/>
        </p:nvCxnSpPr>
        <p:spPr>
          <a:xfrm>
            <a:off x="1028700" y="4613729"/>
            <a:ext cx="1917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E7BC731-A6EA-40AA-AA9C-09AE6954C237}"/>
              </a:ext>
            </a:extLst>
          </p:cNvPr>
          <p:cNvSpPr txBox="1"/>
          <p:nvPr/>
        </p:nvSpPr>
        <p:spPr>
          <a:xfrm>
            <a:off x="671980" y="491536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横に進むアニメーション</a:t>
            </a:r>
          </a:p>
        </p:txBody>
      </p:sp>
    </p:spTree>
    <p:extLst>
      <p:ext uri="{BB962C8B-B14F-4D97-AF65-F5344CB8AC3E}">
        <p14:creationId xmlns:p14="http://schemas.microsoft.com/office/powerpoint/2010/main" val="172029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42" presetClass="path" presetSubtype="0" accel="50000" decel="50000" autoRev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0"/>
                            </p:stCondLst>
                            <p:childTnLst>
                              <p:par>
                                <p:cTn id="11" presetID="42" presetClass="path" presetSubtype="0" accel="50000" decel="50000" autoRev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308 7.40741E-7 L 0.99362 7.40741E-7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6369E0D-1491-4FFB-A53F-12F275E4F7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2" b="83186" l="7580" r="92021">
                        <a14:foregroundMark x1="11037" y1="57301" x2="11037" y2="57301"/>
                        <a14:foregroundMark x1="7580" y1="50000" x2="7580" y2="50000"/>
                        <a14:foregroundMark x1="88830" y1="41814" x2="88830" y2="41814"/>
                        <a14:foregroundMark x1="92021" y1="49558" x2="92021" y2="49558"/>
                      </a14:backgroundRemoval>
                    </a14:imgEffect>
                  </a14:imgLayer>
                </a14:imgProps>
              </a:ext>
            </a:extLst>
          </a:blip>
          <a:srcRect l="7478" t="6448" r="7478" b="7830"/>
          <a:stretch/>
        </p:blipFill>
        <p:spPr>
          <a:xfrm>
            <a:off x="241112" y="2096955"/>
            <a:ext cx="2914359" cy="23622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5EB7586F-BAFA-446D-81F6-9365A65ECB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2" b="83186" l="7580" r="92021">
                        <a14:foregroundMark x1="11037" y1="57301" x2="11037" y2="57301"/>
                        <a14:foregroundMark x1="7580" y1="50000" x2="7580" y2="50000"/>
                        <a14:foregroundMark x1="88830" y1="41814" x2="88830" y2="41814"/>
                        <a14:foregroundMark x1="92021" y1="49558" x2="92021" y2="49558"/>
                      </a14:backgroundRemoval>
                    </a14:imgEffect>
                  </a14:imgLayer>
                </a14:imgProps>
              </a:ext>
            </a:extLst>
          </a:blip>
          <a:srcRect l="7478" t="6448" r="7478" b="7830"/>
          <a:stretch/>
        </p:blipFill>
        <p:spPr>
          <a:xfrm>
            <a:off x="3126896" y="2096955"/>
            <a:ext cx="2914359" cy="23622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73628E2-D33F-4651-8F86-A537A4AC7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2" b="83186" l="7580" r="92021">
                        <a14:foregroundMark x1="11037" y1="57301" x2="11037" y2="57301"/>
                        <a14:foregroundMark x1="7580" y1="50000" x2="7580" y2="50000"/>
                        <a14:foregroundMark x1="88830" y1="41814" x2="88830" y2="41814"/>
                        <a14:foregroundMark x1="92021" y1="49558" x2="92021" y2="49558"/>
                      </a14:backgroundRemoval>
                    </a14:imgEffect>
                  </a14:imgLayer>
                </a14:imgProps>
              </a:ext>
            </a:extLst>
          </a:blip>
          <a:srcRect l="7478" t="6448" r="7478" b="7830"/>
          <a:stretch/>
        </p:blipFill>
        <p:spPr>
          <a:xfrm>
            <a:off x="6015785" y="2096955"/>
            <a:ext cx="2914359" cy="23622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53D725D-21FA-42FB-B73A-841C1441D3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2" b="83186" l="7580" r="92021">
                        <a14:foregroundMark x1="11037" y1="57301" x2="11037" y2="57301"/>
                        <a14:foregroundMark x1="7580" y1="50000" x2="7580" y2="50000"/>
                        <a14:foregroundMark x1="88830" y1="41814" x2="88830" y2="41814"/>
                        <a14:foregroundMark x1="92021" y1="49558" x2="92021" y2="49558"/>
                      </a14:backgroundRemoval>
                    </a14:imgEffect>
                  </a14:imgLayer>
                </a14:imgProps>
              </a:ext>
            </a:extLst>
          </a:blip>
          <a:srcRect l="7478" t="6448" r="7478" b="7830"/>
          <a:stretch/>
        </p:blipFill>
        <p:spPr>
          <a:xfrm>
            <a:off x="8895149" y="2068380"/>
            <a:ext cx="2914359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93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AED6E98-F419-49A6-8C3C-8DF870CC97CC}"/>
              </a:ext>
            </a:extLst>
          </p:cNvPr>
          <p:cNvGrpSpPr/>
          <p:nvPr/>
        </p:nvGrpSpPr>
        <p:grpSpPr>
          <a:xfrm>
            <a:off x="366215" y="2430935"/>
            <a:ext cx="11444756" cy="2017022"/>
            <a:chOff x="366215" y="2430935"/>
            <a:chExt cx="11444756" cy="201702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08054164-6228-48F9-964C-BA9BFD303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215" y="2430935"/>
              <a:ext cx="2866426" cy="1996129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B0B568A2-8C50-4DDD-8F5C-1340D86FC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0193" y="2441853"/>
              <a:ext cx="2851613" cy="1996129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F991BEA2-07EE-444F-A482-C1BD4450D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9358" y="2444421"/>
              <a:ext cx="2851613" cy="2003536"/>
            </a:xfrm>
            <a:prstGeom prst="rect">
              <a:avLst/>
            </a:prstGeom>
          </p:spPr>
        </p:pic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73B8790D-F6F0-48C5-9F1A-FB58BFCE56D9}"/>
                </a:ext>
              </a:extLst>
            </p:cNvPr>
            <p:cNvCxnSpPr>
              <a:cxnSpLocks/>
            </p:cNvCxnSpPr>
            <p:nvPr/>
          </p:nvCxnSpPr>
          <p:spPr>
            <a:xfrm>
              <a:off x="3354740" y="3439918"/>
              <a:ext cx="1201218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CB95EF6E-5E32-4B12-A89A-481878D82520}"/>
                </a:ext>
              </a:extLst>
            </p:cNvPr>
            <p:cNvCxnSpPr>
              <a:cxnSpLocks/>
            </p:cNvCxnSpPr>
            <p:nvPr/>
          </p:nvCxnSpPr>
          <p:spPr>
            <a:xfrm>
              <a:off x="7661888" y="3434736"/>
              <a:ext cx="1201218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233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7</Words>
  <Application>Microsoft Office PowerPoint</Application>
  <PresentationFormat>ワイド画面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nishimura</dc:creator>
  <cp:lastModifiedBy>nishimura</cp:lastModifiedBy>
  <cp:revision>17</cp:revision>
  <dcterms:created xsi:type="dcterms:W3CDTF">2025-11-19T09:12:41Z</dcterms:created>
  <dcterms:modified xsi:type="dcterms:W3CDTF">2025-12-10T15:51:16Z</dcterms:modified>
</cp:coreProperties>
</file>