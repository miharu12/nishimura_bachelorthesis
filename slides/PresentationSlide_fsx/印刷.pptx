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7" r:id="rId13"/>
    <p:sldId id="296" r:id="rId14"/>
    <p:sldId id="269" r:id="rId15"/>
    <p:sldId id="270" r:id="rId16"/>
    <p:sldId id="271" r:id="rId17"/>
    <p:sldId id="272" r:id="rId18"/>
    <p:sldId id="281" r:id="rId19"/>
    <p:sldId id="282" r:id="rId20"/>
    <p:sldId id="283" r:id="rId21"/>
    <p:sldId id="276" r:id="rId22"/>
    <p:sldId id="277" r:id="rId23"/>
    <p:sldId id="278" r:id="rId24"/>
    <p:sldId id="279" r:id="rId25"/>
    <p:sldId id="280" r:id="rId26"/>
    <p:sldId id="257" r:id="rId27"/>
    <p:sldId id="258" r:id="rId28"/>
    <p:sldId id="259" r:id="rId29"/>
    <p:sldId id="264" r:id="rId30"/>
    <p:sldId id="265" r:id="rId31"/>
    <p:sldId id="266" r:id="rId32"/>
    <p:sldId id="268" r:id="rId33"/>
    <p:sldId id="267" r:id="rId34"/>
    <p:sldId id="260" r:id="rId35"/>
    <p:sldId id="261" r:id="rId36"/>
    <p:sldId id="262" r:id="rId37"/>
    <p:sldId id="263" r:id="rId38"/>
    <p:sldId id="273" r:id="rId39"/>
    <p:sldId id="274" r:id="rId40"/>
    <p:sldId id="275" r:id="rId41"/>
  </p:sldIdLst>
  <p:sldSz cx="12192000" cy="6858000"/>
  <p:notesSz cx="9945688" cy="6858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146" y="10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00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34038" y="0"/>
            <a:ext cx="43100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9D814-3243-468F-8F19-BB637D7B9C10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5363" y="3300413"/>
            <a:ext cx="795655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3100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34038" y="6513513"/>
            <a:ext cx="43100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691E5-F156-4032-BA04-30688A2E10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071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12/11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691E5-F156-4032-BA04-30688A2E106A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552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691E5-F156-4032-BA04-30688A2E10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676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12/4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691E5-F156-4032-BA04-30688A2E106A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796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2F88E-5A71-1B3C-A505-47E9ABC86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DD9702-ECC9-11E6-378D-60D003990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87B428-0B34-CB23-2D98-DDD6D5B4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75CACB-2FBC-748F-1C27-87DC0CB0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17FB58-F884-F945-6CA8-1C6588D0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31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A5E1A-0504-131C-0D7F-829AC99F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5F47BD-7D44-CB41-B013-E4F2A9B07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65DB5-D698-0E42-B0C9-56495208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0638EF-188C-547A-9F28-88962C48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780103-B7EB-C32F-F4F2-0D4541EA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23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75A70-5B44-0E27-8DDE-E0736896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C6F849-32BF-F8CE-3285-2F32C5F17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44335F-197A-3D75-02F9-7A34BD77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55C536-CA86-79DA-F9D7-7894D931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7D052A-A2ED-CB08-B984-ADABC95B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11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81C93-7E56-788A-DAE7-8BE7346E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9EC0C0-7E5C-6759-383E-73DD35E08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2CCBD8-5F9E-D754-5897-8CA439479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865BEB-C21E-5972-2A06-37F303A3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820F01-30CB-D54A-EB46-ED90484B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92B4F6-7F76-E83E-3ED5-373E5D52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8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1AFFA1-DF3D-EA66-DDF7-B06951EB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5CED57-80B7-63EC-849B-7D63B93EE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C472AF-F924-9C9D-3B95-1723682F9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5CCEF0-1BBB-C9F2-4B06-F8B192957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F7A0A8-FC1F-6A62-1F16-162CEE28F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83CDA1-A92F-2400-D9B1-51DD9570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97502B-1C32-0F7A-4351-6602C0AC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C3F5B7-E22B-8B9C-427D-08F9902F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90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FC4FE-8171-08DA-61ED-4837FAE3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99089C-046C-2E7F-75DB-8A625943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0D4A7C-A8AC-D845-AE71-C83C3BCC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6EA371-7F53-BCF7-EAEA-AB971BEF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568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EACD17-72C4-3FEE-D01B-953D42A58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B533BF-FEFA-B894-FD3F-3281A542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01FB20-EDC5-50C3-8EDE-50B2DA19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8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65237-D0E6-0838-9CFF-670EFBDD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AE4B58-57BE-10C7-1B8D-9A765704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72D19B-D624-6768-D7E0-C6705E1B5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D8A71A-3B3F-C609-1FD4-0A3B526C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06D850-1B1B-3132-7C62-AA3EEB80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6B6D00-1CE9-9BE9-BCE7-FDD9DE6B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46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9F183-A635-F39D-9C28-F983C95C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8732A4-B3CD-8DE1-ABD4-91032E326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6BC1F0-F454-BF10-EB88-F2CBF8411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CFAD53-13FB-1BE1-1D38-E501D338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8BC77D-85DB-AECF-D03F-2ED5738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D16491-A051-0AE1-9E5A-3A23BF08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5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A343B1-C337-059A-0719-13E4F869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FA4806-96A0-5F9B-A118-B99625332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297270-134A-F6D1-1EE4-472D7D03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6A143E-E9AC-08E2-3D67-3779F204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413E0D-25FB-F697-9D3B-C30D7844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06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985103-4055-57A4-7654-D4E908BB8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6BE5CB-CA4F-EF5C-1737-F9093AE17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FD4B66-0C18-E752-C0A2-CD90FF22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3F8D0E-C7D0-2DB4-F471-4333DA93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0A548D-19F8-0314-C292-26400F4F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8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65E9B3-8E0A-3978-2B3B-A70030E0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4FB46C-8015-D44A-8FE0-76CBC3264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DDED2D-46D0-D056-3009-2C88323A5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ADDA-2688-4089-93CD-A0E2F74CA635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3C9B01-9BEA-4A2B-0651-871E99B5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378F87-7EAA-8CBB-50C4-CF193733B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EC7ED-F628-4406-876E-8F10C56DD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93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7FEB5D-40BF-4E32-884D-5102447A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8" y="0"/>
            <a:ext cx="12155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2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0C57E69-6BCB-446E-8AC8-4B4B2AB5B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6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466571A-B1B9-473A-8131-10D2C060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9"/>
            <a:ext cx="12192000" cy="68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2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EF422B4-031D-4DBC-82D7-268EBF96F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" y="0"/>
            <a:ext cx="12190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5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FDD0754-8CFC-446A-954C-44832E82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7"/>
            <a:ext cx="12192000" cy="684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4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00111FB-D1F6-4C88-845D-44759F65D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1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5EB8525-631A-4F0F-A63E-0B6E0EC6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" y="0"/>
            <a:ext cx="12184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97E3E0F-E441-4366-B061-0573779C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" y="0"/>
            <a:ext cx="12184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2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0BBCF4B-1652-418A-A0EF-79FED96A8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9"/>
            <a:ext cx="12192000" cy="68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4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0FED3BC-6BD6-4CD7-8E9F-7B880B1F2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0" y="0"/>
            <a:ext cx="12154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8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F667433-17C5-4A30-AB84-857E159D9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"/>
            <a:ext cx="12192000" cy="68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6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4568F15-0E3A-44D4-9C5C-584A1E019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83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B1E6DFB-D89C-46AA-A516-B74F06031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"/>
            <a:ext cx="12192000" cy="68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72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F9BE0C0-872C-4E5A-B02D-29DBB102F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"/>
            <a:ext cx="12192000" cy="685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69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804C883-8160-4859-8596-4C8DF1524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61"/>
            <a:ext cx="12192000" cy="681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0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70E7337-224D-4668-BABF-7F98A9E30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61"/>
            <a:ext cx="12192000" cy="681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76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2EE699-BA98-42F9-8F52-DB4C07743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" y="0"/>
            <a:ext cx="12176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DAF830E-CCD7-4D08-B325-0917DE66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42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13457AC-AB21-4156-92AD-4CDEB9473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07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9E94C14-3FB5-41F6-9A44-4901A52DD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6"/>
            <a:ext cx="12192000" cy="683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80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CECA89-5D24-494D-ACEE-1B47445E8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" y="0"/>
            <a:ext cx="12182288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B97E1DE-1D14-4DDF-8267-8CD08E72D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"/>
            <a:ext cx="12192000" cy="685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34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7DCA802-FBC4-4B11-9FE5-5AAE894CD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" y="0"/>
            <a:ext cx="12176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31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B106723-029E-4B1D-A46D-4A893150A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" y="0"/>
            <a:ext cx="12190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30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EB8CF9D-FFB8-46B1-95E6-9AC1A3407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8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2B5E32D-D9DE-4365-A3A9-835FBB417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" y="0"/>
            <a:ext cx="12155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31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E3F1399-EAC9-9ED1-27E4-0C8170AF2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" y="0"/>
            <a:ext cx="12176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6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8E467613-55F3-3A70-526D-550777D43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3" y="0"/>
            <a:ext cx="12153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78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A7331B4-0A8E-A0A4-D738-E31F64E26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0"/>
            <a:ext cx="12192000" cy="68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41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D2046A-734E-3283-7736-AB0FBB99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AF9E5C8-31CA-0784-A3DD-9B4D007A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4" y="0"/>
            <a:ext cx="12129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0A5176-4898-DF5D-5C27-83FDA679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6750E889-114A-ED10-F39F-042F1A3FB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1" y="0"/>
            <a:ext cx="12124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76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700D70-AA99-6F7F-9058-2254FF5C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551ED17-D8BD-30DC-124B-4AA7B993D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"/>
            <a:ext cx="12192000" cy="685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76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BA61CB-DACB-A63A-AEEB-1B530046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E29B367-653C-C9E9-B07A-702A06730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" y="0"/>
            <a:ext cx="12148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99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2EEE3D-1B49-6A59-E3CE-BD3200EE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E5DEFB0-7640-FA1C-A94F-489249F8A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1"/>
            <a:ext cx="12192000" cy="682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83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9349D1E-D20D-3748-7354-25D10D3AF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5"/>
            <a:ext cx="12192000" cy="684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16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A14D228-82DC-B044-412E-A7DF3E849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11"/>
            <a:ext cx="12192000" cy="681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7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背景パター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C774C00-6E2A-B129-D341-6FED9529F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" y="0"/>
            <a:ext cx="12188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18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57737C0-7D16-1290-1D49-C1B4F3CE2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3" y="0"/>
            <a:ext cx="12162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026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36E95C1-2F8D-48D8-869A-0B0DF468E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9"/>
            <a:ext cx="12192000" cy="68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304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2067162-B41B-40C5-9FC0-C8FDB18A7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" y="0"/>
            <a:ext cx="12190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123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CB9A020-FDEE-4229-A594-9051562DC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" y="0"/>
            <a:ext cx="12182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2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</Words>
  <Application>Microsoft Office PowerPoint</Application>
  <PresentationFormat>ワイド画面</PresentationFormat>
  <Paragraphs>5</Paragraphs>
  <Slides>40</Slides>
  <Notes>3</Notes>
  <HiddenSlides>27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美春 西村</dc:creator>
  <cp:lastModifiedBy>nishimura</cp:lastModifiedBy>
  <cp:revision>8</cp:revision>
  <cp:lastPrinted>2025-12-05T00:19:24Z</cp:lastPrinted>
  <dcterms:created xsi:type="dcterms:W3CDTF">2025-12-05T00:12:07Z</dcterms:created>
  <dcterms:modified xsi:type="dcterms:W3CDTF">2026-02-10T09:24:43Z</dcterms:modified>
</cp:coreProperties>
</file>