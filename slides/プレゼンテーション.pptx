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4" r:id="rId4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71FF"/>
    <a:srgbClr val="6D9AFF"/>
    <a:srgbClr val="578BFF"/>
    <a:srgbClr val="FF5729"/>
    <a:srgbClr val="0000FF"/>
    <a:srgbClr val="009BFF"/>
    <a:srgbClr val="FF6600"/>
    <a:srgbClr val="00FFFF"/>
    <a:srgbClr val="FF00FF"/>
    <a:srgbClr val="3903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4" autoAdjust="0"/>
    <p:restoredTop sz="96429" autoAdjust="0"/>
  </p:normalViewPr>
  <p:slideViewPr>
    <p:cSldViewPr>
      <p:cViewPr varScale="1">
        <p:scale>
          <a:sx n="206" d="100"/>
          <a:sy n="206" d="100"/>
        </p:scale>
        <p:origin x="198" y="5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FE381-DE18-47F9-B495-040DAF17519D}" type="datetimeFigureOut">
              <a:rPr kumimoji="1" lang="ja-JP" altLang="en-US" smtClean="0"/>
              <a:t>2025/10/7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3A2D3-5611-4893-9F1B-B32045CD51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56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3A2D3-5611-4893-9F1B-B32045CD513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875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E5B6CAC6-6EAD-4B6B-A77C-31C1A25B21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702" r="12297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797152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564909"/>
            <a:ext cx="7772400" cy="147002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pic>
        <p:nvPicPr>
          <p:cNvPr id="5" name="図 4" descr="図形&#10;&#10;低い精度で自動的に生成された説明">
            <a:extLst>
              <a:ext uri="{FF2B5EF4-FFF2-40B4-BE49-F238E27FC236}">
                <a16:creationId xmlns:a16="http://schemas.microsoft.com/office/drawing/2014/main" id="{26FAC67B-54C1-C5BE-B1DB-F7FC64B32B3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634" y="-13838"/>
            <a:ext cx="5460781" cy="191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9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46CE994-4461-4C5F-9AE4-C36BE650DB57}"/>
              </a:ext>
            </a:extLst>
          </p:cNvPr>
          <p:cNvSpPr/>
          <p:nvPr userDrawn="1"/>
        </p:nvSpPr>
        <p:spPr>
          <a:xfrm>
            <a:off x="1" y="329880"/>
            <a:ext cx="263351" cy="634082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3371FF"/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948264" y="5328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Times New Roman" pitchFamily="18" charset="0"/>
              </a:defRPr>
            </a:lvl1pPr>
          </a:lstStyle>
          <a:p>
            <a:fld id="{AC40D369-D8A1-4FCD-B4F3-6134ECBD7DC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63352" y="332656"/>
            <a:ext cx="8064896" cy="634082"/>
          </a:xfrm>
        </p:spPr>
        <p:txBody>
          <a:bodyPr/>
          <a:lstStyle>
            <a:lvl1pPr>
              <a:defRPr sz="2200" b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原ノ味角ゴシック Medium" panose="020B06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658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E2FC2A-D35D-4F48-ADEF-CA25DBA6CA87}"/>
              </a:ext>
            </a:extLst>
          </p:cNvPr>
          <p:cNvSpPr/>
          <p:nvPr userDrawn="1"/>
        </p:nvSpPr>
        <p:spPr>
          <a:xfrm>
            <a:off x="426553" y="1920329"/>
            <a:ext cx="263351" cy="634082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>
              <a:solidFill>
                <a:srgbClr val="3371FF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3A17B99-4D00-4EC0-BC76-F1C61B679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04" y="1920329"/>
            <a:ext cx="7878540" cy="634082"/>
          </a:xfrm>
        </p:spPr>
        <p:txBody>
          <a:bodyPr/>
          <a:lstStyle>
            <a:lvl1pPr>
              <a:defRPr sz="3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スライド番号プレースホルダー 5">
            <a:extLst>
              <a:ext uri="{FF2B5EF4-FFF2-40B4-BE49-F238E27FC236}">
                <a16:creationId xmlns:a16="http://schemas.microsoft.com/office/drawing/2014/main" id="{98050A4C-F284-4336-8311-9F4BE1CCA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48264" y="5328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原ノ味角ゴシック Medium" panose="020B0600000000000000" pitchFamily="34" charset="-128"/>
                <a:ea typeface="原ノ味角ゴシック Medium" panose="020B0600000000000000" pitchFamily="34" charset="-128"/>
                <a:cs typeface="Times New Roman" pitchFamily="18" charset="0"/>
              </a:defRPr>
            </a:lvl1pPr>
          </a:lstStyle>
          <a:p>
            <a:fld id="{AC40D369-D8A1-4FCD-B4F3-6134ECBD7DC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299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" y="103646"/>
            <a:ext cx="9143999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244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685783" rtl="0" eaLnBrk="1" latinLnBrk="0" hangingPunct="1">
        <a:spcBef>
          <a:spcPct val="0"/>
        </a:spcBef>
        <a:buNone/>
        <a:defRPr kumimoji="1" sz="2100" b="0" kern="1200">
          <a:solidFill>
            <a:schemeClr val="tx1">
              <a:lumMod val="50000"/>
              <a:lumOff val="50000"/>
            </a:schemeClr>
          </a:solidFill>
          <a:effectLst/>
          <a:latin typeface="原ノ味角ゴシック Medium" panose="020B0600000000000000" pitchFamily="34" charset="-128"/>
          <a:ea typeface="原ノ味角ゴシック Medium" panose="020B0600000000000000" pitchFamily="34" charset="-128"/>
          <a:cs typeface="+mj-cs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0" y="544522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北見工業大学</a:t>
            </a:r>
          </a:p>
        </p:txBody>
      </p:sp>
    </p:spTree>
    <p:extLst>
      <p:ext uri="{BB962C8B-B14F-4D97-AF65-F5344CB8AC3E}">
        <p14:creationId xmlns:p14="http://schemas.microsoft.com/office/powerpoint/2010/main" val="1074209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7F9DBA-72E1-4229-BC2E-CEB3025BCA02}"/>
              </a:ext>
            </a:extLst>
          </p:cNvPr>
          <p:cNvSpPr txBox="1"/>
          <p:nvPr/>
        </p:nvSpPr>
        <p:spPr>
          <a:xfrm>
            <a:off x="0" y="37103"/>
            <a:ext cx="11592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1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D32027D-12CD-4732-A16B-4ACC50016776}"/>
              </a:ext>
            </a:extLst>
          </p:cNvPr>
          <p:cNvSpPr txBox="1"/>
          <p:nvPr/>
        </p:nvSpPr>
        <p:spPr>
          <a:xfrm>
            <a:off x="1188392" y="37105"/>
            <a:ext cx="11622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2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B79E544-F8DB-42A0-AD81-56CD083453A7}"/>
              </a:ext>
            </a:extLst>
          </p:cNvPr>
          <p:cNvSpPr txBox="1"/>
          <p:nvPr/>
        </p:nvSpPr>
        <p:spPr>
          <a:xfrm>
            <a:off x="2379052" y="37105"/>
            <a:ext cx="11607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3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F88AAD4-A343-4746-A5CC-8DCBFB301D35}"/>
              </a:ext>
            </a:extLst>
          </p:cNvPr>
          <p:cNvSpPr txBox="1"/>
          <p:nvPr/>
        </p:nvSpPr>
        <p:spPr>
          <a:xfrm>
            <a:off x="3568986" y="37105"/>
            <a:ext cx="1156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4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67705E5-283C-44DB-8C1F-DA60482CAD29}"/>
              </a:ext>
            </a:extLst>
          </p:cNvPr>
          <p:cNvSpPr txBox="1"/>
          <p:nvPr/>
        </p:nvSpPr>
        <p:spPr>
          <a:xfrm>
            <a:off x="4754681" y="37105"/>
            <a:ext cx="1156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  <a:latin typeface="+mj-lt"/>
              </a:rPr>
              <a:t>5</a:t>
            </a:r>
            <a:r>
              <a:rPr lang="ja-JP" altLang="en-US" sz="900" dirty="0">
                <a:solidFill>
                  <a:srgbClr val="3371FF"/>
                </a:solidFill>
                <a:latin typeface="+mj-lt"/>
              </a:rPr>
              <a:t>章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9A707D0-6C3E-488F-A10B-02A986118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2</a:t>
            </a:fld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5927F4B-18A7-4004-AF47-7C2804C0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Contents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5589F0-1955-41C5-8003-E965A6F98C5E}"/>
              </a:ext>
            </a:extLst>
          </p:cNvPr>
          <p:cNvSpPr/>
          <p:nvPr/>
        </p:nvSpPr>
        <p:spPr>
          <a:xfrm>
            <a:off x="562931" y="1451239"/>
            <a:ext cx="94335" cy="323717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301896-7E77-4A9C-9F8D-D4F929722D9E}"/>
              </a:ext>
            </a:extLst>
          </p:cNvPr>
          <p:cNvSpPr txBox="1"/>
          <p:nvPr/>
        </p:nvSpPr>
        <p:spPr>
          <a:xfrm>
            <a:off x="669760" y="14284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見出し１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66C6A6-F815-4E9A-BC93-1379368DA63E}"/>
              </a:ext>
            </a:extLst>
          </p:cNvPr>
          <p:cNvSpPr/>
          <p:nvPr/>
        </p:nvSpPr>
        <p:spPr>
          <a:xfrm>
            <a:off x="433503" y="2864969"/>
            <a:ext cx="1782198" cy="475562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レイアウト</a:t>
            </a:r>
            <a:r>
              <a:rPr lang="en-US" altLang="ja-JP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A</a:t>
            </a:r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EB4DF08-BC6D-44D2-AE2F-2A7B180F8BD0}"/>
              </a:ext>
            </a:extLst>
          </p:cNvPr>
          <p:cNvCxnSpPr>
            <a:cxnSpLocks/>
          </p:cNvCxnSpPr>
          <p:nvPr/>
        </p:nvCxnSpPr>
        <p:spPr>
          <a:xfrm>
            <a:off x="1" y="32547"/>
            <a:ext cx="5914731" cy="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A2ADF70-F26C-4BBD-A5DE-5551A58F680F}"/>
              </a:ext>
            </a:extLst>
          </p:cNvPr>
          <p:cNvCxnSpPr>
            <a:cxnSpLocks/>
          </p:cNvCxnSpPr>
          <p:nvPr/>
        </p:nvCxnSpPr>
        <p:spPr>
          <a:xfrm>
            <a:off x="0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31685E4-6DF0-4D5D-B40F-B08B13B34789}"/>
              </a:ext>
            </a:extLst>
          </p:cNvPr>
          <p:cNvCxnSpPr>
            <a:cxnSpLocks/>
          </p:cNvCxnSpPr>
          <p:nvPr/>
        </p:nvCxnSpPr>
        <p:spPr>
          <a:xfrm>
            <a:off x="1189725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374C6963-22B2-4088-9CB3-652ED070E77D}"/>
              </a:ext>
            </a:extLst>
          </p:cNvPr>
          <p:cNvCxnSpPr>
            <a:cxnSpLocks/>
          </p:cNvCxnSpPr>
          <p:nvPr/>
        </p:nvCxnSpPr>
        <p:spPr>
          <a:xfrm>
            <a:off x="2377719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70AF5F5-5C66-4DB0-B938-608000C8CB2D}"/>
              </a:ext>
            </a:extLst>
          </p:cNvPr>
          <p:cNvCxnSpPr>
            <a:cxnSpLocks/>
          </p:cNvCxnSpPr>
          <p:nvPr/>
        </p:nvCxnSpPr>
        <p:spPr>
          <a:xfrm>
            <a:off x="3565851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9AB12B4-9923-4766-84B1-40740402FCB2}"/>
              </a:ext>
            </a:extLst>
          </p:cNvPr>
          <p:cNvCxnSpPr>
            <a:cxnSpLocks/>
          </p:cNvCxnSpPr>
          <p:nvPr/>
        </p:nvCxnSpPr>
        <p:spPr>
          <a:xfrm>
            <a:off x="4753983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1DFC644-9A03-48FA-9257-AB469BEA0311}"/>
              </a:ext>
            </a:extLst>
          </p:cNvPr>
          <p:cNvSpPr/>
          <p:nvPr/>
        </p:nvSpPr>
        <p:spPr>
          <a:xfrm>
            <a:off x="2377719" y="2864969"/>
            <a:ext cx="1782198" cy="475562"/>
          </a:xfrm>
          <a:prstGeom prst="rect">
            <a:avLst/>
          </a:prstGeom>
          <a:solidFill>
            <a:srgbClr val="FF57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レイアウト</a:t>
            </a:r>
            <a:r>
              <a:rPr lang="en-US" altLang="ja-JP" dirty="0">
                <a:latin typeface="原ノ味角ゴシック Medium" panose="020B0600000000000000" pitchFamily="34" charset="-128"/>
                <a:ea typeface="原ノ味角ゴシック Medium" panose="020B0600000000000000" pitchFamily="34" charset="-128"/>
              </a:rPr>
              <a:t>A</a:t>
            </a:r>
            <a:endParaRPr lang="ja-JP" altLang="en-US" dirty="0">
              <a:latin typeface="原ノ味角ゴシック Medium" panose="020B0600000000000000" pitchFamily="34" charset="-128"/>
              <a:ea typeface="原ノ味角ゴシック Medium" panose="020B0600000000000000" pitchFamily="34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1275B24-203E-4314-9E60-B3A850894164}"/>
              </a:ext>
            </a:extLst>
          </p:cNvPr>
          <p:cNvSpPr txBox="1"/>
          <p:nvPr/>
        </p:nvSpPr>
        <p:spPr>
          <a:xfrm>
            <a:off x="827584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9E3292C-271B-4587-9279-A9A35BC7F223}"/>
              </a:ext>
            </a:extLst>
          </p:cNvPr>
          <p:cNvSpPr txBox="1"/>
          <p:nvPr/>
        </p:nvSpPr>
        <p:spPr>
          <a:xfrm>
            <a:off x="827584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837043F-7B11-4747-BE40-DDBE85541A72}"/>
              </a:ext>
            </a:extLst>
          </p:cNvPr>
          <p:cNvSpPr txBox="1"/>
          <p:nvPr/>
        </p:nvSpPr>
        <p:spPr>
          <a:xfrm>
            <a:off x="827584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テキスト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1E85FC0-1435-4E7B-87D7-A846050CEE44}"/>
              </a:ext>
            </a:extLst>
          </p:cNvPr>
          <p:cNvSpPr txBox="1"/>
          <p:nvPr/>
        </p:nvSpPr>
        <p:spPr>
          <a:xfrm>
            <a:off x="1979712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D542BD2-8330-448D-A937-0D684B0651E2}"/>
              </a:ext>
            </a:extLst>
          </p:cNvPr>
          <p:cNvSpPr txBox="1"/>
          <p:nvPr/>
        </p:nvSpPr>
        <p:spPr>
          <a:xfrm>
            <a:off x="1979712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1422D83-1E4C-4409-809C-7CF50050BD67}"/>
              </a:ext>
            </a:extLst>
          </p:cNvPr>
          <p:cNvSpPr txBox="1"/>
          <p:nvPr/>
        </p:nvSpPr>
        <p:spPr>
          <a:xfrm>
            <a:off x="1979712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n-ea"/>
              </a:rPr>
              <a:t>テキスト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35BADD4-0058-4556-8E5A-C1FC365671C0}"/>
              </a:ext>
            </a:extLst>
          </p:cNvPr>
          <p:cNvSpPr txBox="1"/>
          <p:nvPr/>
        </p:nvSpPr>
        <p:spPr>
          <a:xfrm>
            <a:off x="3131840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29DB15B-1C6A-41C7-B087-FAB46EF0AEC7}"/>
              </a:ext>
            </a:extLst>
          </p:cNvPr>
          <p:cNvSpPr txBox="1"/>
          <p:nvPr/>
        </p:nvSpPr>
        <p:spPr>
          <a:xfrm>
            <a:off x="3131840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48F9266-BE1F-4633-B942-4AD56DB412C8}"/>
              </a:ext>
            </a:extLst>
          </p:cNvPr>
          <p:cNvSpPr txBox="1"/>
          <p:nvPr/>
        </p:nvSpPr>
        <p:spPr>
          <a:xfrm>
            <a:off x="3131840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n-ea"/>
              </a:rPr>
              <a:t>テキスト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5D50449-A5D8-4E43-B0E9-65F4432794E4}"/>
              </a:ext>
            </a:extLst>
          </p:cNvPr>
          <p:cNvSpPr txBox="1"/>
          <p:nvPr/>
        </p:nvSpPr>
        <p:spPr>
          <a:xfrm>
            <a:off x="4822065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79FB7A24-5D0F-48DE-B8A1-C0B8977CDCDF}"/>
              </a:ext>
            </a:extLst>
          </p:cNvPr>
          <p:cNvSpPr txBox="1"/>
          <p:nvPr/>
        </p:nvSpPr>
        <p:spPr>
          <a:xfrm>
            <a:off x="4822065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14F4347C-4DC4-445D-8924-2F592733679C}"/>
              </a:ext>
            </a:extLst>
          </p:cNvPr>
          <p:cNvSpPr txBox="1"/>
          <p:nvPr/>
        </p:nvSpPr>
        <p:spPr>
          <a:xfrm>
            <a:off x="4822065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641561F9-15DA-4630-BE5B-BAB460151362}"/>
              </a:ext>
            </a:extLst>
          </p:cNvPr>
          <p:cNvSpPr txBox="1"/>
          <p:nvPr/>
        </p:nvSpPr>
        <p:spPr>
          <a:xfrm>
            <a:off x="5974193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86F7E6D-29F9-4A3E-B729-0C47BDB81348}"/>
              </a:ext>
            </a:extLst>
          </p:cNvPr>
          <p:cNvSpPr txBox="1"/>
          <p:nvPr/>
        </p:nvSpPr>
        <p:spPr>
          <a:xfrm>
            <a:off x="5974193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B3DE36D-6757-4C5D-BB9B-B0BE576F4899}"/>
              </a:ext>
            </a:extLst>
          </p:cNvPr>
          <p:cNvSpPr txBox="1"/>
          <p:nvPr/>
        </p:nvSpPr>
        <p:spPr>
          <a:xfrm>
            <a:off x="5974193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3371FF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97B362C-E995-45C6-ADD5-0147F3FC217B}"/>
              </a:ext>
            </a:extLst>
          </p:cNvPr>
          <p:cNvSpPr txBox="1"/>
          <p:nvPr/>
        </p:nvSpPr>
        <p:spPr>
          <a:xfrm>
            <a:off x="7126321" y="3644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D7EE18F-6C01-49B3-B38F-9026C809960B}"/>
              </a:ext>
            </a:extLst>
          </p:cNvPr>
          <p:cNvSpPr txBox="1"/>
          <p:nvPr/>
        </p:nvSpPr>
        <p:spPr>
          <a:xfrm>
            <a:off x="7126321" y="412246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DD22A4C-9774-48DE-839D-337B4E7D8D26}"/>
              </a:ext>
            </a:extLst>
          </p:cNvPr>
          <p:cNvSpPr txBox="1"/>
          <p:nvPr/>
        </p:nvSpPr>
        <p:spPr>
          <a:xfrm>
            <a:off x="7126321" y="45999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rgbClr val="FF5729"/>
                </a:solidFill>
                <a:latin typeface="+mj-ea"/>
                <a:ea typeface="+mj-ea"/>
              </a:rPr>
              <a:t>テキスト</a:t>
            </a:r>
          </a:p>
        </p:txBody>
      </p: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358FBC4F-4AE9-49F9-B357-DC07054D25E0}"/>
              </a:ext>
            </a:extLst>
          </p:cNvPr>
          <p:cNvCxnSpPr>
            <a:cxnSpLocks/>
          </p:cNvCxnSpPr>
          <p:nvPr/>
        </p:nvCxnSpPr>
        <p:spPr>
          <a:xfrm>
            <a:off x="562931" y="2359736"/>
            <a:ext cx="6127337" cy="0"/>
          </a:xfrm>
          <a:prstGeom prst="line">
            <a:avLst/>
          </a:prstGeom>
          <a:ln w="127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591A6510-B13B-4EF5-AEF8-0D8B1B62F046}"/>
              </a:ext>
            </a:extLst>
          </p:cNvPr>
          <p:cNvSpPr/>
          <p:nvPr/>
        </p:nvSpPr>
        <p:spPr>
          <a:xfrm>
            <a:off x="562931" y="2036019"/>
            <a:ext cx="94335" cy="323717"/>
          </a:xfrm>
          <a:prstGeom prst="rect">
            <a:avLst/>
          </a:prstGeom>
          <a:solidFill>
            <a:srgbClr val="337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35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9584C73B-BFE7-4D75-B96E-B6220E150B7E}"/>
              </a:ext>
            </a:extLst>
          </p:cNvPr>
          <p:cNvSpPr txBox="1"/>
          <p:nvPr/>
        </p:nvSpPr>
        <p:spPr>
          <a:xfrm>
            <a:off x="669760" y="20104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見出し２</a:t>
            </a:r>
          </a:p>
        </p:txBody>
      </p:sp>
    </p:spTree>
    <p:extLst>
      <p:ext uri="{BB962C8B-B14F-4D97-AF65-F5344CB8AC3E}">
        <p14:creationId xmlns:p14="http://schemas.microsoft.com/office/powerpoint/2010/main" val="3967945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D6518B7-F1B8-90DE-1EB2-350AE1A8A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40D369-D8A1-4FCD-B4F3-6134ECBD7DCE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DE518B20-A05B-626F-BD76-328E14DB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45986EF-CFC6-5D41-7F2B-E9CC95D70DE7}"/>
              </a:ext>
            </a:extLst>
          </p:cNvPr>
          <p:cNvSpPr txBox="1"/>
          <p:nvPr/>
        </p:nvSpPr>
        <p:spPr>
          <a:xfrm>
            <a:off x="0" y="37103"/>
            <a:ext cx="11592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</a:rPr>
              <a:t>1</a:t>
            </a:r>
            <a:r>
              <a:rPr lang="ja-JP" altLang="en-US" sz="900" dirty="0">
                <a:solidFill>
                  <a:srgbClr val="3371FF"/>
                </a:solidFill>
              </a:rPr>
              <a:t>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A5976B-505E-6910-DB5E-F8453A2A8F61}"/>
              </a:ext>
            </a:extLst>
          </p:cNvPr>
          <p:cNvSpPr txBox="1"/>
          <p:nvPr/>
        </p:nvSpPr>
        <p:spPr>
          <a:xfrm>
            <a:off x="1188392" y="37105"/>
            <a:ext cx="11622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</a:rPr>
              <a:t>2</a:t>
            </a:r>
            <a:r>
              <a:rPr lang="ja-JP" altLang="en-US" sz="900" dirty="0">
                <a:solidFill>
                  <a:srgbClr val="3371FF"/>
                </a:solidFill>
              </a:rPr>
              <a:t>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9C4658-D4FA-CAA4-5ABD-1547DA1594F4}"/>
              </a:ext>
            </a:extLst>
          </p:cNvPr>
          <p:cNvSpPr txBox="1"/>
          <p:nvPr/>
        </p:nvSpPr>
        <p:spPr>
          <a:xfrm>
            <a:off x="2379052" y="37105"/>
            <a:ext cx="11607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</a:rPr>
              <a:t>3</a:t>
            </a:r>
            <a:r>
              <a:rPr lang="ja-JP" altLang="en-US" sz="900" dirty="0">
                <a:solidFill>
                  <a:srgbClr val="3371FF"/>
                </a:solidFill>
              </a:rPr>
              <a:t>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8DFA27-30F8-28EE-D9D8-50908D79F181}"/>
              </a:ext>
            </a:extLst>
          </p:cNvPr>
          <p:cNvSpPr txBox="1"/>
          <p:nvPr/>
        </p:nvSpPr>
        <p:spPr>
          <a:xfrm>
            <a:off x="3568986" y="37105"/>
            <a:ext cx="1156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</a:rPr>
              <a:t>4</a:t>
            </a:r>
            <a:r>
              <a:rPr lang="ja-JP" altLang="en-US" sz="900" dirty="0">
                <a:solidFill>
                  <a:srgbClr val="3371FF"/>
                </a:solidFill>
              </a:rPr>
              <a:t>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41F465C-EEC2-230D-3172-56228EE01332}"/>
              </a:ext>
            </a:extLst>
          </p:cNvPr>
          <p:cNvSpPr txBox="1"/>
          <p:nvPr/>
        </p:nvSpPr>
        <p:spPr>
          <a:xfrm>
            <a:off x="4754681" y="37105"/>
            <a:ext cx="1156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900" dirty="0">
                <a:solidFill>
                  <a:srgbClr val="3371FF"/>
                </a:solidFill>
              </a:rPr>
              <a:t>第</a:t>
            </a:r>
            <a:r>
              <a:rPr lang="en-US" altLang="ja-JP" sz="900" dirty="0">
                <a:solidFill>
                  <a:srgbClr val="3371FF"/>
                </a:solidFill>
              </a:rPr>
              <a:t>5</a:t>
            </a:r>
            <a:r>
              <a:rPr lang="ja-JP" altLang="en-US" sz="900" dirty="0">
                <a:solidFill>
                  <a:srgbClr val="3371FF"/>
                </a:solidFill>
              </a:rPr>
              <a:t>章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7033D85-8B05-B4E7-E200-164C586E3390}"/>
              </a:ext>
            </a:extLst>
          </p:cNvPr>
          <p:cNvCxnSpPr>
            <a:cxnSpLocks/>
          </p:cNvCxnSpPr>
          <p:nvPr/>
        </p:nvCxnSpPr>
        <p:spPr>
          <a:xfrm>
            <a:off x="1" y="32547"/>
            <a:ext cx="5914731" cy="0"/>
          </a:xfrm>
          <a:prstGeom prst="line">
            <a:avLst/>
          </a:prstGeom>
          <a:ln w="762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20E4230-1CE8-E859-B2E4-5230787E0990}"/>
              </a:ext>
            </a:extLst>
          </p:cNvPr>
          <p:cNvCxnSpPr>
            <a:cxnSpLocks/>
          </p:cNvCxnSpPr>
          <p:nvPr/>
        </p:nvCxnSpPr>
        <p:spPr>
          <a:xfrm>
            <a:off x="0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E824CE7-B2B5-5CB8-EBC2-FC4339245161}"/>
              </a:ext>
            </a:extLst>
          </p:cNvPr>
          <p:cNvCxnSpPr>
            <a:cxnSpLocks/>
          </p:cNvCxnSpPr>
          <p:nvPr/>
        </p:nvCxnSpPr>
        <p:spPr>
          <a:xfrm>
            <a:off x="1189725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DD867D7-E802-3B85-CF23-157DE8799F85}"/>
              </a:ext>
            </a:extLst>
          </p:cNvPr>
          <p:cNvCxnSpPr>
            <a:cxnSpLocks/>
          </p:cNvCxnSpPr>
          <p:nvPr/>
        </p:nvCxnSpPr>
        <p:spPr>
          <a:xfrm>
            <a:off x="2377719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E11551C-1027-77E0-BB31-5DD807EB2A3F}"/>
              </a:ext>
            </a:extLst>
          </p:cNvPr>
          <p:cNvCxnSpPr>
            <a:cxnSpLocks/>
          </p:cNvCxnSpPr>
          <p:nvPr/>
        </p:nvCxnSpPr>
        <p:spPr>
          <a:xfrm>
            <a:off x="3565851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F60578B7-BD95-337F-25ED-6B61A07E098D}"/>
              </a:ext>
            </a:extLst>
          </p:cNvPr>
          <p:cNvCxnSpPr>
            <a:cxnSpLocks/>
          </p:cNvCxnSpPr>
          <p:nvPr/>
        </p:nvCxnSpPr>
        <p:spPr>
          <a:xfrm>
            <a:off x="4753983" y="32547"/>
            <a:ext cx="1160748" cy="0"/>
          </a:xfrm>
          <a:prstGeom prst="line">
            <a:avLst/>
          </a:prstGeom>
          <a:ln w="76200">
            <a:solidFill>
              <a:srgbClr val="3371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60810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Conference_CORE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5">
      <a:majorFont>
        <a:latin typeface="原ノ味角ゴシック Medium"/>
        <a:ea typeface="原ノ味角ゴシック Medium"/>
        <a:cs typeface=""/>
      </a:majorFont>
      <a:minorFont>
        <a:latin typeface="原ノ味角ゴシック Normal"/>
        <a:ea typeface="原ノ味角ゴシック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Conference_KIT8A.potx" id="{CBC25614-65E0-469A-BEE9-B5DBAD43B4A8}" vid="{EB689DDC-145C-410C-85CE-89D6B3FA0589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Presentation_Conference_KIT8A</Template>
  <TotalTime>0</TotalTime>
  <Words>53</Words>
  <Application>Microsoft Office PowerPoint</Application>
  <PresentationFormat>画面に合わせる (4:3)</PresentationFormat>
  <Paragraphs>37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原ノ味角ゴシック Medium</vt:lpstr>
      <vt:lpstr>Arial</vt:lpstr>
      <vt:lpstr>Calibri</vt:lpstr>
      <vt:lpstr>Presentation_Conference_CORE5</vt:lpstr>
      <vt:lpstr>PowerPoint プレゼンテーション</vt:lpstr>
      <vt:lpstr>Contents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Sugisaka</dc:creator>
  <cp:lastModifiedBy>Sugisaka</cp:lastModifiedBy>
  <cp:revision>1</cp:revision>
  <dcterms:created xsi:type="dcterms:W3CDTF">2025-10-07T08:52:17Z</dcterms:created>
  <dcterms:modified xsi:type="dcterms:W3CDTF">2025-10-07T08:52:30Z</dcterms:modified>
</cp:coreProperties>
</file>